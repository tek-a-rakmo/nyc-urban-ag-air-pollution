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58"/>
  </p:normalViewPr>
  <p:slideViewPr>
    <p:cSldViewPr snapToGrid="0">
      <p:cViewPr varScale="1">
        <p:scale>
          <a:sx n="120" d="100"/>
          <a:sy n="120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C5D6-910E-28FF-735C-B8E8B6A65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28946-758D-30F6-9423-5ECDAD3D7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D29C1-9481-36E1-89ED-D3782E4B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66519-93C6-617B-FC12-93A6D893C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5A3AF-1B48-898A-25CE-CD31801D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4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D82E-43D1-2B4D-DB53-A42352AE1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7B672-DB8F-C1AB-36D0-E67A4AAC4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29E5C-E2E3-7F10-D9CF-F07B50CF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19068-6221-4267-462E-B237B332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412B9-DC21-BF09-EDA8-5750DD5B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06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D974-E86D-33ED-9FEC-06C21FB7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B4DB2-A4E5-52DF-2412-E2618E298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C7F0E-0D3A-D72B-0D4B-C42018AE6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D3C94-02D3-EC48-8455-8620E1D1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6F0B6-E627-226E-31C3-F8B898A9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2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1B1C-66A7-EA63-A0E9-974755B7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845B5-6CF4-D21E-ABF8-575413457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969F6-3DD4-DAAB-6614-125F1DFE6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7362B-5806-2FDA-DFF9-18C384FE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E60D0-8048-115B-6171-151CB0FB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F0126-20E5-4439-942B-BCBA0B5F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6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02B0-48F1-8753-A80D-EBAFD6D7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60851-FE19-1FA2-CF7E-D99EBAED7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ECAE8-0385-5B82-3E23-911FD6319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5B7F9-A2F7-A49F-690D-9A37D53E8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940D8-BB0B-9CCE-058B-31D148245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E7F1F-9F94-DBD6-3DE7-42D0C651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ECA0F1-0A61-596C-8762-2567CDFB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E50D2-8A89-880A-888D-8B4C71B8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45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4480-9484-20F6-8EF3-C82E5CE6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83DB6-A4D1-8E75-EAC0-73608ABF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21806C-0466-23E0-71D9-E6B6591D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1DEBA-ADE8-A70C-8C92-80CBCDB5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9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6DE7E-5A67-0D1B-3836-9019D63AE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99760-BEE7-CE8E-F039-B5A86ABF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6BA30-1012-4652-F806-86CA38AA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5118-2655-089A-A942-16F9F5DD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F0484-856A-5787-CA62-628937E68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12080-AA0F-A7C1-B96E-933181B04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2CCDC-93E3-FCB9-4922-E4D73B3E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3A64A-82BD-DB92-AD0B-34B8FB47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B766D-9534-A8F6-175B-E6F63A9A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1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6175-1436-6DDF-3BCC-AEC4647DC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A8E14-DFE9-C05C-7277-DA6F2619E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44BEA-57F9-F074-82B7-9D9CD35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9D81F-70D2-727A-209B-B83BC60A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B4085-0050-F6F0-8C6A-117427B1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0BB1E-0B51-1209-52FA-75C19FE5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6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2E2D-5D97-F266-1A66-799D5C45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224B7-F225-2753-51AF-7D5DB257B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2C72A-66DB-0384-1664-633B2C3D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620D6-1990-E8DE-3D55-42D3EE4BB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80FD2-ECE3-F1D5-9289-25A69760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7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35A60-75B6-40AC-3715-245F5CAA87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5320E-8344-259F-213B-A7EFBB3CC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4F178-AE91-AD87-227E-23A8A9A1E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49D31-3DB0-4C1E-F7AC-39950DD4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F707B-24E7-1AC3-F322-6455D9E4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3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FBA96-3FF9-BFD9-E516-581875E4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D7715-A452-8C25-3ABB-E96998C37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46C0F-04CC-4C78-08E0-32D3EC97C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65B59-CC93-0B47-AC2A-D10FE902E902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031A8-5C2A-1A3A-8FD3-46FE5F8FB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AFEEE-53F7-5FA3-C3A8-23539F65D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C729D-D6A7-D94D-B553-797128F91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4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D810-B501-AB39-2067-6F840FD7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80898" cy="1325563"/>
          </a:xfrm>
        </p:spPr>
        <p:txBody>
          <a:bodyPr/>
          <a:lstStyle/>
          <a:p>
            <a:r>
              <a:rPr lang="en-US" dirty="0"/>
              <a:t>Expectation and Guidance for your 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B0AEB-8079-A0CC-3712-CFEFB4862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0967"/>
            <a:ext cx="7848601" cy="5131907"/>
          </a:xfrm>
        </p:spPr>
        <p:txBody>
          <a:bodyPr>
            <a:noAutofit/>
          </a:bodyPr>
          <a:lstStyle/>
          <a:p>
            <a:r>
              <a:rPr lang="en-US" sz="2400" dirty="0"/>
              <a:t>For suitability analysis: </a:t>
            </a:r>
          </a:p>
          <a:p>
            <a:pPr lvl="1"/>
            <a:r>
              <a:rPr lang="en-US" dirty="0"/>
              <a:t>No Tompkins County Data; </a:t>
            </a:r>
          </a:p>
          <a:p>
            <a:pPr lvl="1"/>
            <a:r>
              <a:rPr lang="en-US" dirty="0"/>
              <a:t>Do NOT repeat Lab4 and 5</a:t>
            </a:r>
          </a:p>
          <a:p>
            <a:r>
              <a:rPr lang="en-US" sz="2400" dirty="0"/>
              <a:t>Narrow down the research theme:</a:t>
            </a:r>
          </a:p>
          <a:p>
            <a:pPr lvl="1"/>
            <a:r>
              <a:rPr lang="en-US" dirty="0"/>
              <a:t>Research Domain, Time Period</a:t>
            </a:r>
          </a:p>
          <a:p>
            <a:pPr lvl="1"/>
            <a:r>
              <a:rPr lang="en-US" dirty="0"/>
              <a:t>E.g., Specific species, forest types,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  <a:p>
            <a:r>
              <a:rPr lang="en-US" sz="2400" dirty="0"/>
              <a:t>Do NOT overdo it!</a:t>
            </a:r>
          </a:p>
          <a:p>
            <a:pPr lvl="1"/>
            <a:r>
              <a:rPr lang="en-US" dirty="0"/>
              <a:t>Scientific Motivation: knowledge gap, application gap, data gap – your study will fill</a:t>
            </a:r>
          </a:p>
          <a:p>
            <a:pPr lvl="1"/>
            <a:r>
              <a:rPr lang="en-US" dirty="0"/>
              <a:t>Hypothesis/Factors are supported by scientific literature</a:t>
            </a:r>
          </a:p>
          <a:p>
            <a:pPr lvl="1"/>
            <a:r>
              <a:rPr lang="en-US" dirty="0"/>
              <a:t>Geospatial operations and workflow established: &gt;=3 analysis tools implemented and integrated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452DAE-CCE6-447D-7D6E-B64ECAF3696E}"/>
              </a:ext>
            </a:extLst>
          </p:cNvPr>
          <p:cNvSpPr txBox="1"/>
          <p:nvPr/>
        </p:nvSpPr>
        <p:spPr>
          <a:xfrm>
            <a:off x="8493916" y="2424920"/>
            <a:ext cx="2859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Data, Data, Data!</a:t>
            </a:r>
          </a:p>
        </p:txBody>
      </p:sp>
    </p:spTree>
    <p:extLst>
      <p:ext uri="{BB962C8B-B14F-4D97-AF65-F5344CB8AC3E}">
        <p14:creationId xmlns:p14="http://schemas.microsoft.com/office/powerpoint/2010/main" val="408194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82C8-53BB-4757-4D5E-EAB258A0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4E1F-3BFA-0E84-F9BC-80BFCE60A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Alphabetic order based on your last name</a:t>
            </a:r>
          </a:p>
          <a:p>
            <a:r>
              <a:rPr lang="en-US" dirty="0"/>
              <a:t>Plan: 3 class sessions on April 28, 30, and </a:t>
            </a:r>
            <a:r>
              <a:rPr lang="en-US"/>
              <a:t>May 5</a:t>
            </a:r>
          </a:p>
          <a:p>
            <a:r>
              <a:rPr lang="en-US"/>
              <a:t>Each </a:t>
            </a:r>
            <a:r>
              <a:rPr lang="en-US" dirty="0"/>
              <a:t>presentation: 5-8min (incl. QA)</a:t>
            </a:r>
          </a:p>
        </p:txBody>
      </p:sp>
    </p:spTree>
    <p:extLst>
      <p:ext uri="{BB962C8B-B14F-4D97-AF65-F5344CB8AC3E}">
        <p14:creationId xmlns:p14="http://schemas.microsoft.com/office/powerpoint/2010/main" val="3902364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123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Expectation and Guidance for your final project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Ying Sun</dc:creator>
  <cp:lastModifiedBy>Ying Sun</cp:lastModifiedBy>
  <cp:revision>2</cp:revision>
  <dcterms:created xsi:type="dcterms:W3CDTF">2025-04-09T15:58:49Z</dcterms:created>
  <dcterms:modified xsi:type="dcterms:W3CDTF">2025-04-09T20:49:27Z</dcterms:modified>
</cp:coreProperties>
</file>